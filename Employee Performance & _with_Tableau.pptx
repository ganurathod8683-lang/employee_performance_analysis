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AE20C9-B49C-4BFA-823A-56125810000E}" v="11" dt="2026-09-02T06:06:57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urathod8683@outlook.com" userId="eef40715dac7e573" providerId="LiveId" clId="{8CDA8D6E-84E8-475F-BDD4-EB05839F2A20}"/>
    <pc:docChg chg="custSel modSld">
      <pc:chgData name="ganurathod8683@outlook.com" userId="eef40715dac7e573" providerId="LiveId" clId="{8CDA8D6E-84E8-475F-BDD4-EB05839F2A20}" dt="2026-09-02T11:02:01.462" v="154" actId="1076"/>
      <pc:docMkLst>
        <pc:docMk/>
      </pc:docMkLst>
      <pc:sldChg chg="modSp">
        <pc:chgData name="ganurathod8683@outlook.com" userId="eef40715dac7e573" providerId="LiveId" clId="{8CDA8D6E-84E8-475F-BDD4-EB05839F2A20}" dt="2026-09-02T06:00:28.688" v="140"/>
        <pc:sldMkLst>
          <pc:docMk/>
          <pc:sldMk cId="2097831272" sldId="257"/>
        </pc:sldMkLst>
        <pc:spChg chg="mod">
          <ac:chgData name="ganurathod8683@outlook.com" userId="eef40715dac7e573" providerId="LiveId" clId="{8CDA8D6E-84E8-475F-BDD4-EB05839F2A20}" dt="2026-09-02T06:00:28.688" v="140"/>
          <ac:spMkLst>
            <pc:docMk/>
            <pc:sldMk cId="2097831272" sldId="257"/>
            <ac:spMk id="2" creationId="{200C406D-6D6F-DF85-E9A5-41B25A6C3976}"/>
          </ac:spMkLst>
        </pc:spChg>
      </pc:sldChg>
      <pc:sldChg chg="addSp delSp modSp mod">
        <pc:chgData name="ganurathod8683@outlook.com" userId="eef40715dac7e573" providerId="LiveId" clId="{8CDA8D6E-84E8-475F-BDD4-EB05839F2A20}" dt="2026-09-02T08:40:40.094" v="152" actId="1076"/>
        <pc:sldMkLst>
          <pc:docMk/>
          <pc:sldMk cId="279909113" sldId="258"/>
        </pc:sldMkLst>
        <pc:spChg chg="mod">
          <ac:chgData name="ganurathod8683@outlook.com" userId="eef40715dac7e573" providerId="LiveId" clId="{8CDA8D6E-84E8-475F-BDD4-EB05839F2A20}" dt="2026-09-02T06:00:28.688" v="140"/>
          <ac:spMkLst>
            <pc:docMk/>
            <pc:sldMk cId="279909113" sldId="258"/>
            <ac:spMk id="2" creationId="{95C73728-AFFC-19E8-FDA3-457412C0310B}"/>
          </ac:spMkLst>
        </pc:spChg>
        <pc:spChg chg="add del mod">
          <ac:chgData name="ganurathod8683@outlook.com" userId="eef40715dac7e573" providerId="LiveId" clId="{8CDA8D6E-84E8-475F-BDD4-EB05839F2A20}" dt="2026-09-01T08:02:17.431" v="98"/>
          <ac:spMkLst>
            <pc:docMk/>
            <pc:sldMk cId="279909113" sldId="258"/>
            <ac:spMk id="3" creationId="{844BD839-DCA5-E930-8890-B5622F698C8A}"/>
          </ac:spMkLst>
        </pc:spChg>
        <pc:spChg chg="del mod">
          <ac:chgData name="ganurathod8683@outlook.com" userId="eef40715dac7e573" providerId="LiveId" clId="{8CDA8D6E-84E8-475F-BDD4-EB05839F2A20}" dt="2026-09-01T08:01:43.773" v="91" actId="21"/>
          <ac:spMkLst>
            <pc:docMk/>
            <pc:sldMk cId="279909113" sldId="258"/>
            <ac:spMk id="4" creationId="{34F01E78-505A-A26C-67A5-FC98BE121365}"/>
          </ac:spMkLst>
        </pc:spChg>
        <pc:spChg chg="add mod">
          <ac:chgData name="ganurathod8683@outlook.com" userId="eef40715dac7e573" providerId="LiveId" clId="{8CDA8D6E-84E8-475F-BDD4-EB05839F2A20}" dt="2026-09-02T08:40:40.094" v="152" actId="1076"/>
          <ac:spMkLst>
            <pc:docMk/>
            <pc:sldMk cId="279909113" sldId="258"/>
            <ac:spMk id="7" creationId="{14469033-5DAF-231F-48A8-706960AB7271}"/>
          </ac:spMkLst>
        </pc:spChg>
        <pc:spChg chg="add mod">
          <ac:chgData name="ganurathod8683@outlook.com" userId="eef40715dac7e573" providerId="LiveId" clId="{8CDA8D6E-84E8-475F-BDD4-EB05839F2A20}" dt="2026-08-31T16:34:16.168" v="39" actId="1076"/>
          <ac:spMkLst>
            <pc:docMk/>
            <pc:sldMk cId="279909113" sldId="258"/>
            <ac:spMk id="8" creationId="{AC0DE4C9-FEB5-64AD-D556-86395237E0FC}"/>
          </ac:spMkLst>
        </pc:spChg>
        <pc:picChg chg="add mod">
          <ac:chgData name="ganurathod8683@outlook.com" userId="eef40715dac7e573" providerId="LiveId" clId="{8CDA8D6E-84E8-475F-BDD4-EB05839F2A20}" dt="2026-08-31T16:32:48.340" v="23" actId="1076"/>
          <ac:picMkLst>
            <pc:docMk/>
            <pc:sldMk cId="279909113" sldId="258"/>
            <ac:picMk id="6" creationId="{7CF23F22-D8FA-A696-9D79-F4851C2E7C66}"/>
          </ac:picMkLst>
        </pc:picChg>
      </pc:sldChg>
      <pc:sldChg chg="addSp delSp modSp mod">
        <pc:chgData name="ganurathod8683@outlook.com" userId="eef40715dac7e573" providerId="LiveId" clId="{8CDA8D6E-84E8-475F-BDD4-EB05839F2A20}" dt="2026-09-02T08:41:38.021" v="153" actId="1076"/>
        <pc:sldMkLst>
          <pc:docMk/>
          <pc:sldMk cId="1728289134" sldId="259"/>
        </pc:sldMkLst>
        <pc:spChg chg="mod">
          <ac:chgData name="ganurathod8683@outlook.com" userId="eef40715dac7e573" providerId="LiveId" clId="{8CDA8D6E-84E8-475F-BDD4-EB05839F2A20}" dt="2026-09-02T06:00:28.688" v="140"/>
          <ac:spMkLst>
            <pc:docMk/>
            <pc:sldMk cId="1728289134" sldId="259"/>
            <ac:spMk id="2" creationId="{3F8D3AF1-B116-5FA9-4E92-5083E737D764}"/>
          </ac:spMkLst>
        </pc:spChg>
        <pc:spChg chg="mod">
          <ac:chgData name="ganurathod8683@outlook.com" userId="eef40715dac7e573" providerId="LiveId" clId="{8CDA8D6E-84E8-475F-BDD4-EB05839F2A20}" dt="2026-09-02T08:41:38.021" v="153" actId="1076"/>
          <ac:spMkLst>
            <pc:docMk/>
            <pc:sldMk cId="1728289134" sldId="259"/>
            <ac:spMk id="4" creationId="{CF75681B-A8FE-21A2-3AC9-13CBBFC000B8}"/>
          </ac:spMkLst>
        </pc:spChg>
        <pc:spChg chg="add del mod">
          <ac:chgData name="ganurathod8683@outlook.com" userId="eef40715dac7e573" providerId="LiveId" clId="{8CDA8D6E-84E8-475F-BDD4-EB05839F2A20}" dt="2026-09-01T08:03:24.094" v="101" actId="21"/>
          <ac:spMkLst>
            <pc:docMk/>
            <pc:sldMk cId="1728289134" sldId="259"/>
            <ac:spMk id="8" creationId="{CA6F1C97-9E56-67F1-E8D1-DC4C9F762ABF}"/>
          </ac:spMkLst>
        </pc:spChg>
        <pc:spChg chg="add mod">
          <ac:chgData name="ganurathod8683@outlook.com" userId="eef40715dac7e573" providerId="LiveId" clId="{8CDA8D6E-84E8-475F-BDD4-EB05839F2A20}" dt="2026-08-31T16:34:55.522" v="46" actId="1076"/>
          <ac:spMkLst>
            <pc:docMk/>
            <pc:sldMk cId="1728289134" sldId="259"/>
            <ac:spMk id="10" creationId="{F723FE3B-3744-42DB-EF89-52D6E0EA5063}"/>
          </ac:spMkLst>
        </pc:spChg>
        <pc:picChg chg="add">
          <ac:chgData name="ganurathod8683@outlook.com" userId="eef40715dac7e573" providerId="LiveId" clId="{8CDA8D6E-84E8-475F-BDD4-EB05839F2A20}" dt="2026-08-31T16:32:56.007" v="24" actId="22"/>
          <ac:picMkLst>
            <pc:docMk/>
            <pc:sldMk cId="1728289134" sldId="259"/>
            <ac:picMk id="6" creationId="{D01745F5-2265-D897-3B5F-E92C220CF883}"/>
          </ac:picMkLst>
        </pc:picChg>
      </pc:sldChg>
      <pc:sldChg chg="addSp modSp mod">
        <pc:chgData name="ganurathod8683@outlook.com" userId="eef40715dac7e573" providerId="LiveId" clId="{8CDA8D6E-84E8-475F-BDD4-EB05839F2A20}" dt="2026-09-02T06:00:55.149" v="145" actId="1076"/>
        <pc:sldMkLst>
          <pc:docMk/>
          <pc:sldMk cId="3330991467" sldId="260"/>
        </pc:sldMkLst>
        <pc:spChg chg="mod">
          <ac:chgData name="ganurathod8683@outlook.com" userId="eef40715dac7e573" providerId="LiveId" clId="{8CDA8D6E-84E8-475F-BDD4-EB05839F2A20}" dt="2026-09-02T06:00:47.659" v="144" actId="14100"/>
          <ac:spMkLst>
            <pc:docMk/>
            <pc:sldMk cId="3330991467" sldId="260"/>
            <ac:spMk id="2" creationId="{5172D230-C0BF-6F91-D4BB-CB4EE369106A}"/>
          </ac:spMkLst>
        </pc:spChg>
        <pc:spChg chg="mod">
          <ac:chgData name="ganurathod8683@outlook.com" userId="eef40715dac7e573" providerId="LiveId" clId="{8CDA8D6E-84E8-475F-BDD4-EB05839F2A20}" dt="2026-09-02T06:00:55.149" v="145" actId="1076"/>
          <ac:spMkLst>
            <pc:docMk/>
            <pc:sldMk cId="3330991467" sldId="260"/>
            <ac:spMk id="4" creationId="{03BE9F85-1914-BEBA-86E0-CFE227BA4F51}"/>
          </ac:spMkLst>
        </pc:spChg>
        <pc:spChg chg="add mod">
          <ac:chgData name="ganurathod8683@outlook.com" userId="eef40715dac7e573" providerId="LiveId" clId="{8CDA8D6E-84E8-475F-BDD4-EB05839F2A20}" dt="2026-08-31T16:35:23.765" v="52" actId="1076"/>
          <ac:spMkLst>
            <pc:docMk/>
            <pc:sldMk cId="3330991467" sldId="260"/>
            <ac:spMk id="8" creationId="{64044C05-43F9-B11C-079E-F0E3F756755D}"/>
          </ac:spMkLst>
        </pc:spChg>
        <pc:picChg chg="add mod">
          <ac:chgData name="ganurathod8683@outlook.com" userId="eef40715dac7e573" providerId="LiveId" clId="{8CDA8D6E-84E8-475F-BDD4-EB05839F2A20}" dt="2026-08-31T16:33:01.637" v="27" actId="1036"/>
          <ac:picMkLst>
            <pc:docMk/>
            <pc:sldMk cId="3330991467" sldId="260"/>
            <ac:picMk id="6" creationId="{375DFE4C-6F52-8755-3293-A34EE5F21097}"/>
          </ac:picMkLst>
        </pc:picChg>
      </pc:sldChg>
      <pc:sldChg chg="addSp modSp mod">
        <pc:chgData name="ganurathod8683@outlook.com" userId="eef40715dac7e573" providerId="LiveId" clId="{8CDA8D6E-84E8-475F-BDD4-EB05839F2A20}" dt="2026-09-02T06:07:00.491" v="151" actId="14734"/>
        <pc:sldMkLst>
          <pc:docMk/>
          <pc:sldMk cId="2162704175" sldId="261"/>
        </pc:sldMkLst>
        <pc:spChg chg="mod">
          <ac:chgData name="ganurathod8683@outlook.com" userId="eef40715dac7e573" providerId="LiveId" clId="{8CDA8D6E-84E8-475F-BDD4-EB05839F2A20}" dt="2026-09-02T06:00:28.688" v="140"/>
          <ac:spMkLst>
            <pc:docMk/>
            <pc:sldMk cId="2162704175" sldId="261"/>
            <ac:spMk id="2" creationId="{31F430ED-DA9B-D263-6331-5AEB06CBB70D}"/>
          </ac:spMkLst>
        </pc:spChg>
        <pc:spChg chg="add mod">
          <ac:chgData name="ganurathod8683@outlook.com" userId="eef40715dac7e573" providerId="LiveId" clId="{8CDA8D6E-84E8-475F-BDD4-EB05839F2A20}" dt="2026-08-31T16:35:41.373" v="57" actId="1076"/>
          <ac:spMkLst>
            <pc:docMk/>
            <pc:sldMk cId="2162704175" sldId="261"/>
            <ac:spMk id="11" creationId="{E89D5A24-9085-DB91-A546-7A7D2D4727C7}"/>
          </ac:spMkLst>
        </pc:spChg>
        <pc:graphicFrameChg chg="mod modGraphic">
          <ac:chgData name="ganurathod8683@outlook.com" userId="eef40715dac7e573" providerId="LiveId" clId="{8CDA8D6E-84E8-475F-BDD4-EB05839F2A20}" dt="2026-09-02T06:07:00.491" v="151" actId="14734"/>
          <ac:graphicFrameMkLst>
            <pc:docMk/>
            <pc:sldMk cId="2162704175" sldId="261"/>
            <ac:graphicFrameMk id="7" creationId="{2C12AD31-54DD-75CA-8C27-B1ED1906282E}"/>
          </ac:graphicFrameMkLst>
        </pc:graphicFrameChg>
        <pc:picChg chg="add">
          <ac:chgData name="ganurathod8683@outlook.com" userId="eef40715dac7e573" providerId="LiveId" clId="{8CDA8D6E-84E8-475F-BDD4-EB05839F2A20}" dt="2026-08-31T16:33:04.670" v="28" actId="22"/>
          <ac:picMkLst>
            <pc:docMk/>
            <pc:sldMk cId="2162704175" sldId="261"/>
            <ac:picMk id="9" creationId="{35B369CB-0704-F7FC-40F6-205892999203}"/>
          </ac:picMkLst>
        </pc:picChg>
      </pc:sldChg>
      <pc:sldChg chg="addSp modSp mod">
        <pc:chgData name="ganurathod8683@outlook.com" userId="eef40715dac7e573" providerId="LiveId" clId="{8CDA8D6E-84E8-475F-BDD4-EB05839F2A20}" dt="2026-09-02T11:02:01.462" v="154" actId="1076"/>
        <pc:sldMkLst>
          <pc:docMk/>
          <pc:sldMk cId="2481665288" sldId="262"/>
        </pc:sldMkLst>
        <pc:spChg chg="mod">
          <ac:chgData name="ganurathod8683@outlook.com" userId="eef40715dac7e573" providerId="LiveId" clId="{8CDA8D6E-84E8-475F-BDD4-EB05839F2A20}" dt="2026-09-02T06:00:28.688" v="140"/>
          <ac:spMkLst>
            <pc:docMk/>
            <pc:sldMk cId="2481665288" sldId="262"/>
            <ac:spMk id="2" creationId="{E3C64229-02E9-9590-C3AA-54226257CD9D}"/>
          </ac:spMkLst>
        </pc:spChg>
        <pc:spChg chg="mod">
          <ac:chgData name="ganurathod8683@outlook.com" userId="eef40715dac7e573" providerId="LiveId" clId="{8CDA8D6E-84E8-475F-BDD4-EB05839F2A20}" dt="2026-09-02T11:02:01.462" v="154" actId="1076"/>
          <ac:spMkLst>
            <pc:docMk/>
            <pc:sldMk cId="2481665288" sldId="262"/>
            <ac:spMk id="4" creationId="{973C42F0-079B-3406-6C69-B0B973993F68}"/>
          </ac:spMkLst>
        </pc:spChg>
        <pc:spChg chg="add mod">
          <ac:chgData name="ganurathod8683@outlook.com" userId="eef40715dac7e573" providerId="LiveId" clId="{8CDA8D6E-84E8-475F-BDD4-EB05839F2A20}" dt="2026-08-31T16:36:00.651" v="62" actId="1076"/>
          <ac:spMkLst>
            <pc:docMk/>
            <pc:sldMk cId="2481665288" sldId="262"/>
            <ac:spMk id="8" creationId="{271DF5F7-5C57-04BA-637A-23F520235124}"/>
          </ac:spMkLst>
        </pc:spChg>
        <pc:picChg chg="add">
          <ac:chgData name="ganurathod8683@outlook.com" userId="eef40715dac7e573" providerId="LiveId" clId="{8CDA8D6E-84E8-475F-BDD4-EB05839F2A20}" dt="2026-08-31T16:33:07.019" v="29" actId="22"/>
          <ac:picMkLst>
            <pc:docMk/>
            <pc:sldMk cId="2481665288" sldId="262"/>
            <ac:picMk id="6" creationId="{4D99EF4E-781C-D08C-6953-B1B592622F4C}"/>
          </ac:picMkLst>
        </pc:picChg>
      </pc:sldChg>
      <pc:sldChg chg="addSp modSp mod">
        <pc:chgData name="ganurathod8683@outlook.com" userId="eef40715dac7e573" providerId="LiveId" clId="{8CDA8D6E-84E8-475F-BDD4-EB05839F2A20}" dt="2026-09-02T06:00:28.688" v="140"/>
        <pc:sldMkLst>
          <pc:docMk/>
          <pc:sldMk cId="2036290928" sldId="263"/>
        </pc:sldMkLst>
        <pc:spChg chg="mod">
          <ac:chgData name="ganurathod8683@outlook.com" userId="eef40715dac7e573" providerId="LiveId" clId="{8CDA8D6E-84E8-475F-BDD4-EB05839F2A20}" dt="2026-09-02T06:00:28.688" v="140"/>
          <ac:spMkLst>
            <pc:docMk/>
            <pc:sldMk cId="2036290928" sldId="263"/>
            <ac:spMk id="2" creationId="{E03CF849-141F-024A-E852-FA7344DEF92F}"/>
          </ac:spMkLst>
        </pc:spChg>
        <pc:spChg chg="mod">
          <ac:chgData name="ganurathod8683@outlook.com" userId="eef40715dac7e573" providerId="LiveId" clId="{8CDA8D6E-84E8-475F-BDD4-EB05839F2A20}" dt="2026-08-31T16:31:32.867" v="13" actId="1076"/>
          <ac:spMkLst>
            <pc:docMk/>
            <pc:sldMk cId="2036290928" sldId="263"/>
            <ac:spMk id="4" creationId="{FA6AE552-6D91-B4EB-7E7A-4DEA849435E4}"/>
          </ac:spMkLst>
        </pc:spChg>
        <pc:spChg chg="add mod">
          <ac:chgData name="ganurathod8683@outlook.com" userId="eef40715dac7e573" providerId="LiveId" clId="{8CDA8D6E-84E8-475F-BDD4-EB05839F2A20}" dt="2026-08-31T16:36:18.542" v="68" actId="1076"/>
          <ac:spMkLst>
            <pc:docMk/>
            <pc:sldMk cId="2036290928" sldId="263"/>
            <ac:spMk id="8" creationId="{0DEF858F-B612-6187-CF76-B2D65897F8CF}"/>
          </ac:spMkLst>
        </pc:spChg>
        <pc:picChg chg="add">
          <ac:chgData name="ganurathod8683@outlook.com" userId="eef40715dac7e573" providerId="LiveId" clId="{8CDA8D6E-84E8-475F-BDD4-EB05839F2A20}" dt="2026-08-31T16:33:08.904" v="30" actId="22"/>
          <ac:picMkLst>
            <pc:docMk/>
            <pc:sldMk cId="2036290928" sldId="263"/>
            <ac:picMk id="6" creationId="{A9F2E2BC-30E8-9B5D-B64B-88A08A58ADEF}"/>
          </ac:picMkLst>
        </pc:picChg>
      </pc:sldChg>
      <pc:sldChg chg="addSp modSp mod">
        <pc:chgData name="ganurathod8683@outlook.com" userId="eef40715dac7e573" providerId="LiveId" clId="{8CDA8D6E-84E8-475F-BDD4-EB05839F2A20}" dt="2026-09-02T06:00:28.688" v="140"/>
        <pc:sldMkLst>
          <pc:docMk/>
          <pc:sldMk cId="3815619057" sldId="264"/>
        </pc:sldMkLst>
        <pc:spChg chg="mod">
          <ac:chgData name="ganurathod8683@outlook.com" userId="eef40715dac7e573" providerId="LiveId" clId="{8CDA8D6E-84E8-475F-BDD4-EB05839F2A20}" dt="2026-09-02T06:00:28.688" v="140"/>
          <ac:spMkLst>
            <pc:docMk/>
            <pc:sldMk cId="3815619057" sldId="264"/>
            <ac:spMk id="2" creationId="{E835A4C4-134A-222D-5E51-4B398E460842}"/>
          </ac:spMkLst>
        </pc:spChg>
        <pc:spChg chg="mod">
          <ac:chgData name="ganurathod8683@outlook.com" userId="eef40715dac7e573" providerId="LiveId" clId="{8CDA8D6E-84E8-475F-BDD4-EB05839F2A20}" dt="2026-08-31T16:31:38.729" v="14" actId="1076"/>
          <ac:spMkLst>
            <pc:docMk/>
            <pc:sldMk cId="3815619057" sldId="264"/>
            <ac:spMk id="4" creationId="{BCBE68F9-B2F9-48A8-58AE-A30AF2E6CF6E}"/>
          </ac:spMkLst>
        </pc:spChg>
        <pc:spChg chg="add mod">
          <ac:chgData name="ganurathod8683@outlook.com" userId="eef40715dac7e573" providerId="LiveId" clId="{8CDA8D6E-84E8-475F-BDD4-EB05839F2A20}" dt="2026-08-31T16:36:36.759" v="73" actId="1076"/>
          <ac:spMkLst>
            <pc:docMk/>
            <pc:sldMk cId="3815619057" sldId="264"/>
            <ac:spMk id="8" creationId="{4D5A97AE-9082-C3B9-235F-8EA048C1F879}"/>
          </ac:spMkLst>
        </pc:spChg>
        <pc:picChg chg="add">
          <ac:chgData name="ganurathod8683@outlook.com" userId="eef40715dac7e573" providerId="LiveId" clId="{8CDA8D6E-84E8-475F-BDD4-EB05839F2A20}" dt="2026-08-31T16:33:10.836" v="31" actId="22"/>
          <ac:picMkLst>
            <pc:docMk/>
            <pc:sldMk cId="3815619057" sldId="264"/>
            <ac:picMk id="6" creationId="{B5885C8A-05E3-C543-4780-2B4A5B6F6BA3}"/>
          </ac:picMkLst>
        </pc:picChg>
      </pc:sldChg>
      <pc:sldChg chg="addSp modSp mod">
        <pc:chgData name="ganurathod8683@outlook.com" userId="eef40715dac7e573" providerId="LiveId" clId="{8CDA8D6E-84E8-475F-BDD4-EB05839F2A20}" dt="2026-09-02T06:00:28.688" v="140"/>
        <pc:sldMkLst>
          <pc:docMk/>
          <pc:sldMk cId="850685759" sldId="265"/>
        </pc:sldMkLst>
        <pc:spChg chg="mod">
          <ac:chgData name="ganurathod8683@outlook.com" userId="eef40715dac7e573" providerId="LiveId" clId="{8CDA8D6E-84E8-475F-BDD4-EB05839F2A20}" dt="2026-09-02T06:00:28.688" v="140"/>
          <ac:spMkLst>
            <pc:docMk/>
            <pc:sldMk cId="850685759" sldId="265"/>
            <ac:spMk id="2" creationId="{8C82A350-F8A9-7C92-66DE-7840DE9ED45C}"/>
          </ac:spMkLst>
        </pc:spChg>
        <pc:spChg chg="mod">
          <ac:chgData name="ganurathod8683@outlook.com" userId="eef40715dac7e573" providerId="LiveId" clId="{8CDA8D6E-84E8-475F-BDD4-EB05839F2A20}" dt="2026-09-01T07:47:37.486" v="89" actId="2"/>
          <ac:spMkLst>
            <pc:docMk/>
            <pc:sldMk cId="850685759" sldId="265"/>
            <ac:spMk id="6" creationId="{E9B0B8F8-C66A-CD60-7AF1-F585D9283E72}"/>
          </ac:spMkLst>
        </pc:spChg>
        <pc:spChg chg="add mod">
          <ac:chgData name="ganurathod8683@outlook.com" userId="eef40715dac7e573" providerId="LiveId" clId="{8CDA8D6E-84E8-475F-BDD4-EB05839F2A20}" dt="2026-08-31T16:36:51.395" v="78" actId="1076"/>
          <ac:spMkLst>
            <pc:docMk/>
            <pc:sldMk cId="850685759" sldId="265"/>
            <ac:spMk id="10" creationId="{ABF9CE57-3D56-86B4-36D2-E0ED4270DB88}"/>
          </ac:spMkLst>
        </pc:spChg>
        <pc:picChg chg="add">
          <ac:chgData name="ganurathod8683@outlook.com" userId="eef40715dac7e573" providerId="LiveId" clId="{8CDA8D6E-84E8-475F-BDD4-EB05839F2A20}" dt="2026-08-31T16:33:13.102" v="32" actId="22"/>
          <ac:picMkLst>
            <pc:docMk/>
            <pc:sldMk cId="850685759" sldId="265"/>
            <ac:picMk id="8" creationId="{2DBB5A11-D359-1937-ED05-F9204918564F}"/>
          </ac:picMkLst>
        </pc:picChg>
      </pc:sldChg>
      <pc:sldChg chg="addSp modSp mod">
        <pc:chgData name="ganurathod8683@outlook.com" userId="eef40715dac7e573" providerId="LiveId" clId="{8CDA8D6E-84E8-475F-BDD4-EB05839F2A20}" dt="2026-08-31T16:37:07.090" v="84" actId="1076"/>
        <pc:sldMkLst>
          <pc:docMk/>
          <pc:sldMk cId="1818239177" sldId="266"/>
        </pc:sldMkLst>
        <pc:spChg chg="mod">
          <ac:chgData name="ganurathod8683@outlook.com" userId="eef40715dac7e573" providerId="LiveId" clId="{8CDA8D6E-84E8-475F-BDD4-EB05839F2A20}" dt="2026-08-31T16:31:51.146" v="17" actId="1076"/>
          <ac:spMkLst>
            <pc:docMk/>
            <pc:sldMk cId="1818239177" sldId="266"/>
            <ac:spMk id="2" creationId="{3FD26551-A1CE-0E07-821D-EE3580988B79}"/>
          </ac:spMkLst>
        </pc:spChg>
        <pc:spChg chg="add mod">
          <ac:chgData name="ganurathod8683@outlook.com" userId="eef40715dac7e573" providerId="LiveId" clId="{8CDA8D6E-84E8-475F-BDD4-EB05839F2A20}" dt="2026-08-31T16:37:07.090" v="84" actId="1076"/>
          <ac:spMkLst>
            <pc:docMk/>
            <pc:sldMk cId="1818239177" sldId="266"/>
            <ac:spMk id="6" creationId="{0F595223-7359-F89B-8D4F-9EF72AFB177C}"/>
          </ac:spMkLst>
        </pc:spChg>
        <pc:picChg chg="add">
          <ac:chgData name="ganurathod8683@outlook.com" userId="eef40715dac7e573" providerId="LiveId" clId="{8CDA8D6E-84E8-475F-BDD4-EB05839F2A20}" dt="2026-08-31T16:33:15.200" v="33" actId="22"/>
          <ac:picMkLst>
            <pc:docMk/>
            <pc:sldMk cId="1818239177" sldId="266"/>
            <ac:picMk id="4" creationId="{13A66838-AEE8-78F6-3530-89CFC616C7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099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06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81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305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55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929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73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555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98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37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153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5853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782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2295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381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424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18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54011CF-6062-4239-9142-1C88814D9E1E}" type="datetimeFigureOut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19F2C-8B2D-4C01-BD9C-EEC6FC21D7C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0977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C406D-6D6F-DF85-E9A5-41B25A6C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5E0D7-ADAE-D188-1408-56E993BDA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31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73728-AFFC-19E8-FDA3-457412C0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F23F22-D8FA-A696-9D79-F4851C2E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-255818"/>
            <a:ext cx="1652819" cy="1669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0DE4C9-FEB5-64AD-D556-86395237E0FC}"/>
              </a:ext>
            </a:extLst>
          </p:cNvPr>
          <p:cNvSpPr txBox="1"/>
          <p:nvPr/>
        </p:nvSpPr>
        <p:spPr>
          <a:xfrm>
            <a:off x="10567517" y="330798"/>
            <a:ext cx="36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69033-5DAF-231F-48A8-706960AB7271}"/>
              </a:ext>
            </a:extLst>
          </p:cNvPr>
          <p:cNvSpPr txBox="1"/>
          <p:nvPr/>
        </p:nvSpPr>
        <p:spPr>
          <a:xfrm>
            <a:off x="1923051" y="1980248"/>
            <a:ext cx="71712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 The </a:t>
            </a:r>
            <a:r>
              <a:rPr lang="en-IN" b="1" dirty="0"/>
              <a:t>Employee Performance and Salary Analysis</a:t>
            </a:r>
            <a:r>
              <a:rPr lang="en-IN" dirty="0"/>
              <a:t> project focuses on analyzing employee-related data to understand the relationship between </a:t>
            </a:r>
            <a:r>
              <a:rPr lang="en-IN" b="1" dirty="0"/>
              <a:t>employee performance, salary, experience, workload, and other important factors</a:t>
            </a:r>
            <a:r>
              <a:rPr lang="en-IN" dirty="0"/>
              <a:t>. The project uses employee information such as department, experience, monthly salary, performance score, projects completed, working hours, leaves taken,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27990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3AF1-B116-5FA9-4E92-5083E737D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5681B-A8FE-21A2-3AC9-13CBBFC000B8}"/>
              </a:ext>
            </a:extLst>
          </p:cNvPr>
          <p:cNvSpPr txBox="1"/>
          <p:nvPr/>
        </p:nvSpPr>
        <p:spPr>
          <a:xfrm>
            <a:off x="3003099" y="2003904"/>
            <a:ext cx="72213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analyze employee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analyze salary distribution among employees.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study the relationship between experience and salary.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compare employee performance across departments.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analyze projects completed and working hours.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study customer satisfaction.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create an interactive Tableau dashboard.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745F5-2265-D897-3B5F-E92C220CF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-255818"/>
            <a:ext cx="1652819" cy="1669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23FE3B-3744-42DB-EF89-52D6E0EA5063}"/>
              </a:ext>
            </a:extLst>
          </p:cNvPr>
          <p:cNvSpPr txBox="1"/>
          <p:nvPr/>
        </p:nvSpPr>
        <p:spPr>
          <a:xfrm>
            <a:off x="10624457" y="394392"/>
            <a:ext cx="391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2828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2D230-C0BF-6F91-D4BB-CB4EE369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65" y="187832"/>
            <a:ext cx="5350102" cy="718101"/>
          </a:xfrm>
        </p:spPr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E9F85-1914-BEBA-86E0-CFE227BA4F51}"/>
              </a:ext>
            </a:extLst>
          </p:cNvPr>
          <p:cNvSpPr txBox="1"/>
          <p:nvPr/>
        </p:nvSpPr>
        <p:spPr>
          <a:xfrm>
            <a:off x="3345390" y="1071723"/>
            <a:ext cx="60987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Dataset</a:t>
            </a:r>
          </a:p>
          <a:p>
            <a:pPr>
              <a:buNone/>
            </a:pPr>
            <a:r>
              <a:rPr lang="en-IN" dirty="0"/>
              <a:t>The dataset contains employee-related information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Employee ID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Employee Name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Gender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Department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Experience Years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Monthly Salary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Performance Score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Projects Completed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Working Hours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Leaves Taken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Customer Satisfaction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New Salary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Performance 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Experience Category </a:t>
            </a:r>
          </a:p>
          <a:p>
            <a:pPr>
              <a:buNone/>
            </a:pPr>
            <a:r>
              <a:rPr lang="en-IN" b="1" dirty="0"/>
              <a:t>Dataset Size:</a:t>
            </a:r>
            <a:r>
              <a:rPr lang="en-IN" dirty="0"/>
              <a:t> 30 Records × 13 columns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5DFE4C-6F52-8755-3293-A34EE5F21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-238884"/>
            <a:ext cx="1652819" cy="1669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044C05-43F9-B11C-079E-F0E3F756755D}"/>
              </a:ext>
            </a:extLst>
          </p:cNvPr>
          <p:cNvSpPr txBox="1"/>
          <p:nvPr/>
        </p:nvSpPr>
        <p:spPr>
          <a:xfrm>
            <a:off x="10637520" y="411326"/>
            <a:ext cx="365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3099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30ED-DA9B-D263-6331-5AEB06CB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12AD31-54DD-75CA-8C27-B1ED19062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116084"/>
              </p:ext>
            </p:extLst>
          </p:nvPr>
        </p:nvGraphicFramePr>
        <p:xfrm>
          <a:off x="1888067" y="1963626"/>
          <a:ext cx="8814329" cy="40033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69631">
                  <a:extLst>
                    <a:ext uri="{9D8B030D-6E8A-4147-A177-3AD203B41FA5}">
                      <a16:colId xmlns:a16="http://schemas.microsoft.com/office/drawing/2014/main" val="3959052441"/>
                    </a:ext>
                  </a:extLst>
                </a:gridCol>
                <a:gridCol w="4144698">
                  <a:extLst>
                    <a:ext uri="{9D8B030D-6E8A-4147-A177-3AD203B41FA5}">
                      <a16:colId xmlns:a16="http://schemas.microsoft.com/office/drawing/2014/main" val="467048033"/>
                    </a:ext>
                  </a:extLst>
                </a:gridCol>
              </a:tblGrid>
              <a:tr h="573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960141"/>
                  </a:ext>
                </a:extLst>
              </a:tr>
              <a:tr h="70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Jupyter 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Interactive data analysis, coding, visualization, and model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860953"/>
                  </a:ext>
                </a:extLst>
              </a:tr>
              <a:tr h="573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cleaning and manipulation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857571"/>
                  </a:ext>
                </a:extLst>
              </a:tr>
              <a:tr h="573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Numerical calculations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15317"/>
                  </a:ext>
                </a:extLst>
              </a:tr>
              <a:tr h="1003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Tableau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visualization and dashboard 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780237"/>
                  </a:ext>
                </a:extLst>
              </a:tr>
              <a:tr h="573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24249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5B369CB-0704-F7FC-40F6-205892999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-255818"/>
            <a:ext cx="1652819" cy="16697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9D5A24-9085-DB91-A546-7A7D2D4727C7}"/>
              </a:ext>
            </a:extLst>
          </p:cNvPr>
          <p:cNvSpPr txBox="1"/>
          <p:nvPr/>
        </p:nvSpPr>
        <p:spPr>
          <a:xfrm>
            <a:off x="10615749" y="394392"/>
            <a:ext cx="409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627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4229-02E9-9590-C3AA-54226257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3C42F0-079B-3406-6C69-B0B973993F68}"/>
              </a:ext>
            </a:extLst>
          </p:cNvPr>
          <p:cNvSpPr txBox="1"/>
          <p:nvPr/>
        </p:nvSpPr>
        <p:spPr>
          <a:xfrm>
            <a:off x="2453967" y="2029305"/>
            <a:ext cx="75968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Cleaning &amp; Preprocessing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Imported the dataset using Pandas.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Checked the structure and data types.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Checked for missing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Checked for duplicate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Verified numerical and categorical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Organized the data for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Prepared the cleaned dataset for Tableau visualization.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99EF4E-781C-D08C-6953-B1B592622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-255818"/>
            <a:ext cx="1652819" cy="1669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1DF5F7-5C57-04BA-637A-23F520235124}"/>
              </a:ext>
            </a:extLst>
          </p:cNvPr>
          <p:cNvSpPr txBox="1"/>
          <p:nvPr/>
        </p:nvSpPr>
        <p:spPr>
          <a:xfrm>
            <a:off x="10605558" y="394392"/>
            <a:ext cx="42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8166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F849-141F-024A-E852-FA7344DE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Tableau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AE552-6D91-B4EB-7E7A-4DEA849435E4}"/>
              </a:ext>
            </a:extLst>
          </p:cNvPr>
          <p:cNvSpPr txBox="1"/>
          <p:nvPr/>
        </p:nvSpPr>
        <p:spPr>
          <a:xfrm>
            <a:off x="2464405" y="2142431"/>
            <a:ext cx="71070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Department-wise Average Salary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Experience vs Salary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Employee Performance Score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Projects Completed by Department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Working Hours vs Performance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Leaves vs Performance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Customer Satisfaction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Gender-wise Employee Distribution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F2E2BC-30E8-9B5D-B64B-88A08A58A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-255818"/>
            <a:ext cx="1652819" cy="1669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EF858F-B612-6187-CF76-B2D65897F8CF}"/>
              </a:ext>
            </a:extLst>
          </p:cNvPr>
          <p:cNvSpPr txBox="1"/>
          <p:nvPr/>
        </p:nvSpPr>
        <p:spPr>
          <a:xfrm>
            <a:off x="10580158" y="394392"/>
            <a:ext cx="480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36290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A4C4-134A-222D-5E51-4B398E4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E68F9-B2F9-48A8-58AE-A30AF2E6CF6E}"/>
              </a:ext>
            </a:extLst>
          </p:cNvPr>
          <p:cNvSpPr txBox="1"/>
          <p:nvPr/>
        </p:nvSpPr>
        <p:spPr>
          <a:xfrm>
            <a:off x="2898170" y="2111854"/>
            <a:ext cx="60987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 real-time employee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 Machine Learning for performance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Predict future salary growth.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employee attrition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 HR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Connect Tableau with live databases.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Build an advanced HR analytics system.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885C8A-05E3-C543-4780-2B4A5B6F6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-255818"/>
            <a:ext cx="1652819" cy="1669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5A97AE-9082-C3B9-235F-8EA048C1F879}"/>
              </a:ext>
            </a:extLst>
          </p:cNvPr>
          <p:cNvSpPr txBox="1"/>
          <p:nvPr/>
        </p:nvSpPr>
        <p:spPr>
          <a:xfrm>
            <a:off x="10635191" y="394392"/>
            <a:ext cx="370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15619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A350-F8A9-7C92-66DE-7840DE9E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0B8F8-C66A-CD60-7AF1-F585D9283E72}"/>
              </a:ext>
            </a:extLst>
          </p:cNvPr>
          <p:cNvSpPr txBox="1"/>
          <p:nvPr/>
        </p:nvSpPr>
        <p:spPr>
          <a:xfrm>
            <a:off x="2300219" y="1997839"/>
            <a:ext cx="70069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project successfully analyzes employee performance and salary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Pandas</a:t>
            </a:r>
            <a:r>
              <a:rPr lang="en-IN" dirty="0"/>
              <a:t> was used for data cleaning and manipulation.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NumPy</a:t>
            </a:r>
            <a:r>
              <a:rPr lang="en-IN" dirty="0"/>
              <a:t> was used for numerical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Python</a:t>
            </a:r>
            <a:r>
              <a:rPr lang="en-IN" dirty="0"/>
              <a:t> was used for data processing and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Tableau</a:t>
            </a:r>
            <a:r>
              <a:rPr lang="en-IN" dirty="0"/>
              <a:t> was used to create interactive visualizations.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project provides useful insights into employee performance, salary, productivity, and satisfaction.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analytics can help organizations make better HR decisions.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BB5A11-D359-1937-ED05-F92049185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-255818"/>
            <a:ext cx="1652819" cy="1669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F9CE57-3D56-86B4-36D2-E0ED4270DB88}"/>
              </a:ext>
            </a:extLst>
          </p:cNvPr>
          <p:cNvSpPr txBox="1"/>
          <p:nvPr/>
        </p:nvSpPr>
        <p:spPr>
          <a:xfrm>
            <a:off x="10618258" y="394392"/>
            <a:ext cx="404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9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50685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6551-A1CE-0E07-821D-EE358098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884" y="2728735"/>
            <a:ext cx="4020232" cy="140053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66838-AEE8-78F6-3530-89CFC616C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-255818"/>
            <a:ext cx="1652819" cy="1669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95223-7359-F89B-8D4F-9EF72AFB177C}"/>
              </a:ext>
            </a:extLst>
          </p:cNvPr>
          <p:cNvSpPr txBox="1"/>
          <p:nvPr/>
        </p:nvSpPr>
        <p:spPr>
          <a:xfrm>
            <a:off x="10554758" y="394392"/>
            <a:ext cx="531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  <a:r>
              <a:rPr lang="en-IN" dirty="0"/>
              <a:t>0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18239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</TotalTime>
  <Words>393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PowerPoint Presentation</vt:lpstr>
      <vt:lpstr>Introduction</vt:lpstr>
      <vt:lpstr>Project Objectives</vt:lpstr>
      <vt:lpstr>Dataset Description</vt:lpstr>
      <vt:lpstr>Technologies Used</vt:lpstr>
      <vt:lpstr>Data Preprocessing</vt:lpstr>
      <vt:lpstr>Tableau Dashboard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ganurathod8683@outlook.com</dc:creator>
  <cp:lastModifiedBy>ganurathod8683@outlook.com</cp:lastModifiedBy>
  <cp:revision>1</cp:revision>
  <dcterms:created xsi:type="dcterms:W3CDTF">2026-08-31T16:12:01Z</dcterms:created>
  <dcterms:modified xsi:type="dcterms:W3CDTF">2026-09-02T11:02:12Z</dcterms:modified>
</cp:coreProperties>
</file>